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7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11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E3BA-E953-4BFE-A6D5-513C0B46B964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586-58EE-4A1C-921C-4789309DD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72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E3BA-E953-4BFE-A6D5-513C0B46B964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586-58EE-4A1C-921C-4789309DD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94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E3BA-E953-4BFE-A6D5-513C0B46B964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586-58EE-4A1C-921C-4789309DD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573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E3BA-E953-4BFE-A6D5-513C0B46B964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586-58EE-4A1C-921C-4789309DD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951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E3BA-E953-4BFE-A6D5-513C0B46B964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586-58EE-4A1C-921C-4789309DD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116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E3BA-E953-4BFE-A6D5-513C0B46B964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586-58EE-4A1C-921C-4789309DD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90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E3BA-E953-4BFE-A6D5-513C0B46B964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586-58EE-4A1C-921C-4789309DD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88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E3BA-E953-4BFE-A6D5-513C0B46B964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586-58EE-4A1C-921C-4789309DD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329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E3BA-E953-4BFE-A6D5-513C0B46B964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586-58EE-4A1C-921C-4789309DD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99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E3BA-E953-4BFE-A6D5-513C0B46B964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586-58EE-4A1C-921C-4789309DD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89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E3BA-E953-4BFE-A6D5-513C0B46B964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9B586-58EE-4A1C-921C-4789309DD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75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6E3BA-E953-4BFE-A6D5-513C0B46B964}" type="datetimeFigureOut">
              <a:rPr lang="en-US" smtClean="0"/>
              <a:t>5/14/2022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9B586-58EE-4A1C-921C-4789309DD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48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171114-4EF1-4992-A2F9-21AC173E4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" y="-9129"/>
            <a:ext cx="2244434" cy="14645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BFDD7A-0642-4C96-8338-BD0CD5CBE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386" y="19782"/>
            <a:ext cx="2244436" cy="14645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CA644F-6AB0-4233-B827-53B54FBB9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711" y="17318"/>
            <a:ext cx="2244436" cy="14645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8F124B-A99C-4D4D-A997-AC083F3AB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8" y="2891133"/>
            <a:ext cx="2236881" cy="14596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622ABC-F5E3-4CE7-98AE-F1472B5779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8389" y="2944032"/>
            <a:ext cx="2244433" cy="14645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9F71F3-F6E8-45F7-B8BF-739CB3BFF0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4010" y="2891134"/>
            <a:ext cx="2325498" cy="151748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1D63C9B-1987-43C9-961E-B2998AF2AC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61" y="1484372"/>
            <a:ext cx="2236880" cy="14596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5D3BB02-7FC9-48F4-8884-E6EC6A9D77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1538" y="1484372"/>
            <a:ext cx="2236878" cy="145965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3C46115-5CF6-4967-B322-1853E20B10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2820" y="1455457"/>
            <a:ext cx="2325498" cy="151748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9DE1CA5-4C05-4A77-BB16-FC9CB48B4F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" y="10674514"/>
            <a:ext cx="2236877" cy="145965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7A3D006-19DC-4A97-85A0-26EE5A903F5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66251" y="10674514"/>
            <a:ext cx="2325498" cy="15174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ED38B2C-3657-4C22-85FC-E18C4D3C395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6908" y="10646049"/>
            <a:ext cx="2332371" cy="152197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5DB9E8C-7A41-4897-9EC0-7AAE628ED64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374" y="9103007"/>
            <a:ext cx="2236877" cy="145965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8178636-E6FE-4187-9622-71892C004E6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72909" y="9142237"/>
            <a:ext cx="2218840" cy="144788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B457296-1563-4442-BB13-05D77664B27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32502" y="9124078"/>
            <a:ext cx="2332371" cy="152197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5ECFA80-1BA8-45A4-84C3-ECE0748CBF3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13773" y="4426778"/>
            <a:ext cx="2304545" cy="150381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D21CCFA-4114-411A-A58E-E4C3009F813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18512" y="4355277"/>
            <a:ext cx="2325498" cy="151748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3D6382D-D977-4968-AAA3-23B93CE5972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88" y="4362699"/>
            <a:ext cx="2236877" cy="145965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C12E143-0617-4687-A371-986160D18D5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7890" y="5801928"/>
            <a:ext cx="2236880" cy="145965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12F3C62E-EFAA-4D9D-A9CC-12D68A45B2C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47704" y="5824349"/>
            <a:ext cx="2236880" cy="145965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F19AFE9-FFFB-4BE4-8519-9D853CBA1FE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32626" y="5844298"/>
            <a:ext cx="2236881" cy="145966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1FE59C1-2B50-4C18-BCFB-1A07D2DBC9A5}"/>
              </a:ext>
            </a:extLst>
          </p:cNvPr>
          <p:cNvSpPr txBox="1"/>
          <p:nvPr/>
        </p:nvSpPr>
        <p:spPr>
          <a:xfrm>
            <a:off x="680132" y="332509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e=1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79881A-146E-49B0-A8FA-EAAD5C3B4C6A}"/>
              </a:ext>
            </a:extLst>
          </p:cNvPr>
          <p:cNvSpPr txBox="1"/>
          <p:nvPr/>
        </p:nvSpPr>
        <p:spPr>
          <a:xfrm>
            <a:off x="764373" y="9703808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e=10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E53FA8-F6B4-49B1-8454-20350615B163}"/>
              </a:ext>
            </a:extLst>
          </p:cNvPr>
          <p:cNvSpPr txBox="1"/>
          <p:nvPr/>
        </p:nvSpPr>
        <p:spPr>
          <a:xfrm>
            <a:off x="764372" y="11030975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e=32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2418BB8-FF4A-4B65-A8F7-DB322010466C}"/>
              </a:ext>
            </a:extLst>
          </p:cNvPr>
          <p:cNvSpPr txBox="1"/>
          <p:nvPr/>
        </p:nvSpPr>
        <p:spPr>
          <a:xfrm>
            <a:off x="680132" y="1934194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e=2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7D4B92-9217-4946-9B41-95344702C292}"/>
              </a:ext>
            </a:extLst>
          </p:cNvPr>
          <p:cNvSpPr txBox="1"/>
          <p:nvPr/>
        </p:nvSpPr>
        <p:spPr>
          <a:xfrm>
            <a:off x="680132" y="3374718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e=3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8474F1-9640-4E1D-99DC-BFF28479A811}"/>
              </a:ext>
            </a:extLst>
          </p:cNvPr>
          <p:cNvSpPr txBox="1"/>
          <p:nvPr/>
        </p:nvSpPr>
        <p:spPr>
          <a:xfrm>
            <a:off x="691215" y="4698732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e=4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804D50-23C6-4A83-98C2-99B0EB3B8A73}"/>
              </a:ext>
            </a:extLst>
          </p:cNvPr>
          <p:cNvSpPr txBox="1"/>
          <p:nvPr/>
        </p:nvSpPr>
        <p:spPr>
          <a:xfrm>
            <a:off x="695166" y="6137647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e=5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605D44D-EF19-4C97-839C-448E77B2019B}"/>
              </a:ext>
            </a:extLst>
          </p:cNvPr>
          <p:cNvSpPr txBox="1"/>
          <p:nvPr/>
        </p:nvSpPr>
        <p:spPr>
          <a:xfrm>
            <a:off x="740845" y="7928976"/>
            <a:ext cx="13993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minMaf</a:t>
            </a:r>
            <a:r>
              <a:rPr lang="en-US" dirty="0"/>
              <a:t>=0.0</a:t>
            </a:r>
          </a:p>
          <a:p>
            <a:r>
              <a:rPr lang="en-US" dirty="0"/>
              <a:t>157946 SNPs</a:t>
            </a:r>
          </a:p>
        </p:txBody>
      </p:sp>
    </p:spTree>
    <p:extLst>
      <p:ext uri="{BB962C8B-B14F-4D97-AF65-F5344CB8AC3E}">
        <p14:creationId xmlns:p14="http://schemas.microsoft.com/office/powerpoint/2010/main" val="2441224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C3BC63-3753-4791-B6DA-F515DFF09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5" y="-7944"/>
            <a:ext cx="2236879" cy="14596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7EA83F-61E3-4748-B404-854E3A358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538" y="10259"/>
            <a:ext cx="2236876" cy="14596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711D47-6796-46F5-A3A6-8FCCF30B5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296" y="17427"/>
            <a:ext cx="2325498" cy="15174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03D8AF-D34A-4F99-897D-685CAA7B62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703200"/>
            <a:ext cx="2281538" cy="1488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84B4F56-8EC0-49A7-A998-F4CB8D7C27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1534" y="10703200"/>
            <a:ext cx="2236880" cy="14596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8EFF7A4-F26B-4673-8586-749AAE6D25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7605" y="10703200"/>
            <a:ext cx="2236879" cy="14596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1809546-8E35-4FEB-8B5A-C601FB02A0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469915"/>
            <a:ext cx="2281538" cy="14888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4A78B55-C5C8-4C16-9547-FB36C2C8D4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1650" y="1505772"/>
            <a:ext cx="2281534" cy="148879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79F02DC-E09E-4109-A81D-C8AE4D64F9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5277" y="1520343"/>
            <a:ext cx="2281534" cy="148879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18531B9-9D9B-416D-ACDA-612A853394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2994117"/>
            <a:ext cx="2281534" cy="148879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94C4A82-CAE5-495B-AE3E-F89040D9586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43739" y="2994117"/>
            <a:ext cx="2281534" cy="148879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E6AAF92-0CD9-461F-84EA-D17FC758E79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47605" y="3047924"/>
            <a:ext cx="2243735" cy="146413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9C3DBF6-08CF-49FE-87A5-50C76CFAA39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85" y="9185261"/>
            <a:ext cx="2281535" cy="1488798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8CB492AE-E06A-4049-89F1-303922E7C77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96820" y="9197430"/>
            <a:ext cx="2281535" cy="148879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CE0EFDA3-A49A-4D9F-8704-D553C7213A3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47605" y="9209600"/>
            <a:ext cx="2281534" cy="148879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D2D20A7C-1BFE-4503-BB3A-BF256322F558}"/>
              </a:ext>
            </a:extLst>
          </p:cNvPr>
          <p:cNvSpPr txBox="1"/>
          <p:nvPr/>
        </p:nvSpPr>
        <p:spPr>
          <a:xfrm>
            <a:off x="680132" y="332509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e=1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65F2612-F0B1-4209-B18D-3C0C37225A45}"/>
              </a:ext>
            </a:extLst>
          </p:cNvPr>
          <p:cNvSpPr txBox="1"/>
          <p:nvPr/>
        </p:nvSpPr>
        <p:spPr>
          <a:xfrm>
            <a:off x="764373" y="9703808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e=10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6A9D85-94C2-4EE6-83F8-FCF391E2BFE9}"/>
              </a:ext>
            </a:extLst>
          </p:cNvPr>
          <p:cNvSpPr txBox="1"/>
          <p:nvPr/>
        </p:nvSpPr>
        <p:spPr>
          <a:xfrm>
            <a:off x="764372" y="11030975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e=32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90712D-603E-44B6-8C77-565D8EB92FED}"/>
              </a:ext>
            </a:extLst>
          </p:cNvPr>
          <p:cNvSpPr txBox="1"/>
          <p:nvPr/>
        </p:nvSpPr>
        <p:spPr>
          <a:xfrm>
            <a:off x="680132" y="1934194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e=2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C33C02-0C63-4B3D-A2C9-BC87542CCCE4}"/>
              </a:ext>
            </a:extLst>
          </p:cNvPr>
          <p:cNvSpPr txBox="1"/>
          <p:nvPr/>
        </p:nvSpPr>
        <p:spPr>
          <a:xfrm>
            <a:off x="680132" y="3374718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e=3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46E9F81-D3E7-432C-8EE1-ACCD2255940E}"/>
              </a:ext>
            </a:extLst>
          </p:cNvPr>
          <p:cNvSpPr txBox="1"/>
          <p:nvPr/>
        </p:nvSpPr>
        <p:spPr>
          <a:xfrm>
            <a:off x="740845" y="7928976"/>
            <a:ext cx="15619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minMaf</a:t>
            </a:r>
            <a:r>
              <a:rPr lang="en-US" dirty="0"/>
              <a:t>=0.025</a:t>
            </a:r>
          </a:p>
          <a:p>
            <a:r>
              <a:rPr lang="en-US" dirty="0"/>
              <a:t>570 SNPs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302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3BDC9E-996C-4829-9E9E-27B6C90D7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5" y="9147005"/>
            <a:ext cx="2281535" cy="14887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BE20B0-9D39-4B4E-AE53-50E851A04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462" y="9144076"/>
            <a:ext cx="2281533" cy="1488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8FDFFA-A678-4E04-AC63-458537D4B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605" y="9173218"/>
            <a:ext cx="2243735" cy="14641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1C18B3-0B6C-479A-B67F-DC4ED9D90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6465" y="0"/>
            <a:ext cx="2281535" cy="14887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43A82B-1C0E-4878-A457-780A54FEFC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6070" y="0"/>
            <a:ext cx="2281535" cy="14887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881196-9405-432E-BAEE-C76D04453F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1"/>
            <a:ext cx="2281536" cy="148879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5B9D326-8004-48AA-8DCE-820B948B2C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0703201"/>
            <a:ext cx="2281536" cy="148879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32BDA40-BEB0-47D6-B94B-6683599855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6889" y="10662014"/>
            <a:ext cx="2281533" cy="148879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BCB640C-7CEA-405A-A747-094F5F49034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6464" y="10703201"/>
            <a:ext cx="2281536" cy="148879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314F90F-213C-44DF-95DA-CDA20C6DBFE5}"/>
              </a:ext>
            </a:extLst>
          </p:cNvPr>
          <p:cNvSpPr txBox="1"/>
          <p:nvPr/>
        </p:nvSpPr>
        <p:spPr>
          <a:xfrm>
            <a:off x="680132" y="332509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e=1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2FC0CA-486F-4699-8999-CB22176D0B7C}"/>
              </a:ext>
            </a:extLst>
          </p:cNvPr>
          <p:cNvSpPr txBox="1"/>
          <p:nvPr/>
        </p:nvSpPr>
        <p:spPr>
          <a:xfrm>
            <a:off x="764373" y="9703808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e=10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6CF595-A20A-464B-A4AE-308142451150}"/>
              </a:ext>
            </a:extLst>
          </p:cNvPr>
          <p:cNvSpPr txBox="1"/>
          <p:nvPr/>
        </p:nvSpPr>
        <p:spPr>
          <a:xfrm>
            <a:off x="764372" y="11030975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e=32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A8F909-C7C5-4EED-8883-A15F38CBD0DD}"/>
              </a:ext>
            </a:extLst>
          </p:cNvPr>
          <p:cNvSpPr txBox="1"/>
          <p:nvPr/>
        </p:nvSpPr>
        <p:spPr>
          <a:xfrm>
            <a:off x="740845" y="7928976"/>
            <a:ext cx="1444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minMaf</a:t>
            </a:r>
            <a:r>
              <a:rPr lang="en-US" dirty="0"/>
              <a:t>=0.05</a:t>
            </a:r>
          </a:p>
          <a:p>
            <a:r>
              <a:rPr lang="en-US" dirty="0"/>
              <a:t>102 SNPs</a:t>
            </a:r>
          </a:p>
        </p:txBody>
      </p:sp>
    </p:spTree>
    <p:extLst>
      <p:ext uri="{BB962C8B-B14F-4D97-AF65-F5344CB8AC3E}">
        <p14:creationId xmlns:p14="http://schemas.microsoft.com/office/powerpoint/2010/main" val="1539843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</TotalTime>
  <Words>60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Christopher Bird</dc:creator>
  <cp:lastModifiedBy>Christopher Bird</cp:lastModifiedBy>
  <cp:revision>2</cp:revision>
  <dcterms:created xsi:type="dcterms:W3CDTF">2022-05-14T01:49:50Z</dcterms:created>
  <dcterms:modified xsi:type="dcterms:W3CDTF">2022-05-14T14:04:00Z</dcterms:modified>
</cp:coreProperties>
</file>